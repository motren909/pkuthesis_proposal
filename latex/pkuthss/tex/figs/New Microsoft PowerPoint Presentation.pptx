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F2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0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BE871-FCFF-BF2E-DD1C-37DFB4DC0C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37A6CB-490F-C006-B032-96686C1745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F7E7E8-300D-7B7B-7516-8994EF132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5D993-DB08-42DA-BF67-240A53BFA871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31BC24-BDEB-3BA0-3B6F-FCA597122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7088FA-5B14-6581-E002-0E13B2C05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BEA58-26D8-4812-AFA6-0AEEB5D13D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0581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4F253-E0CB-C3E6-9C6A-479DAFE38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1EB0E7-C494-C976-9234-4CBBDFAA87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7AA08D-46CC-FBE8-A755-48EE0D08C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5D993-DB08-42DA-BF67-240A53BFA871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523720-6BB3-274E-D838-936252C80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11E0A1-E410-81B7-243F-24C3C4AE1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BEA58-26D8-4812-AFA6-0AEEB5D13D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88099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9F3B4-9EE8-4769-3246-DA81CB65E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8FD1AB-233E-1368-6F72-0A7263736C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602852-D5F1-513B-0C82-6F70308DB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5D993-DB08-42DA-BF67-240A53BFA871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78FC80-EA2E-829B-B391-AB0560ED1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B6EE1C-9462-BBE0-22B2-5E0EBE6B8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BEA58-26D8-4812-AFA6-0AEEB5D13D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35998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2A813-2126-9487-2EF1-3C1794D2B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2A2F08-D616-E91C-4278-F1A7712605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D40DDE-1731-1A95-41F1-7C87CE0173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680408-B5C4-E085-B9DC-15D2DBF63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5D993-DB08-42DA-BF67-240A53BFA871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0F4D3B-1DE3-F8A2-6723-2A61B125A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724C33-0AD4-73F0-A476-34B1C13ED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BEA58-26D8-4812-AFA6-0AEEB5D13D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2392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0E857-E7E1-A4DA-9474-45BBFEB0D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A6CC73-8F4C-B3DA-D667-71E209717A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E38E26-29B3-318D-7C69-9B91F73F48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904D70-1B62-CB6D-872C-32A899D6F2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28A129-D0B7-3C27-3ED0-04C4F6E9F3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5D472A-C6BE-F53B-4D52-E088202E8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5D993-DB08-42DA-BF67-240A53BFA871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67744F-4500-87C9-CF1B-D3C524416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F2126A-3C4F-F039-F4DA-5819880B8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BEA58-26D8-4812-AFA6-0AEEB5D13D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1097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8B4AF-94DB-90BC-70BC-2DAB87237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8D496C-0F39-DF03-2664-A7CA02E01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5D993-DB08-42DA-BF67-240A53BFA871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A58F28-3FDA-136E-F172-5E6267599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1458D1-4B6F-D850-008C-2607C8963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BEA58-26D8-4812-AFA6-0AEEB5D13D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22313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2C348B-44D9-38D5-7155-A5AA62ED2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5D993-DB08-42DA-BF67-240A53BFA871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2E6CFC-3487-736A-DD3A-AFD222DFF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C04723-EBC7-8749-B87C-0DA02CBF2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BEA58-26D8-4812-AFA6-0AEEB5D13D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07823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A8ECB-FE23-3A73-CFA5-2AFD8C94E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E44414-22BD-217B-5DF9-2D029290B1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CF0804-2D3A-73DB-4A03-12F8086E70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3782A4-269B-7865-822F-813B1ECD9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5D993-DB08-42DA-BF67-240A53BFA871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250876-0D8C-3297-5E01-F9CFC63C0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94A2C3-66BE-BAB3-9E96-102A64EC0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BEA58-26D8-4812-AFA6-0AEEB5D13D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72748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DA982-645D-1EF9-7614-A9BDE1351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D5F47A-E5E0-7C71-275A-09A5797BF5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89277D-8801-B235-131A-767A3B23FD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4F07A6-21DE-2D7A-6C9C-4DE753B9B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5D993-DB08-42DA-BF67-240A53BFA871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EE70A9-687D-238C-6579-DA918D955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6C1F9F-2F7A-DFEC-31CE-99A2AD856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BEA58-26D8-4812-AFA6-0AEEB5D13D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84206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2E99B-597F-B2B9-F0CE-599324236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19BBF0-B8CE-F6E2-09BF-209B7ECDE0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980A70-D692-EF34-BAB5-8EFAD12BC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5D993-DB08-42DA-BF67-240A53BFA871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CDC8DD-6115-68E1-F6ED-6F5AFC855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99272B-FE9E-483D-FBCF-5F6F1DAD3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BEA58-26D8-4812-AFA6-0AEEB5D13D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53816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093CF0-1262-72B8-823A-D72F46E274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FC1ABF-4160-881A-01BD-684A2FC007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64D710-816E-74FE-D9CB-4EA36CFCC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5D993-DB08-42DA-BF67-240A53BFA871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66418-57F3-D934-A66F-77CDE2C16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1D6BD3-A77B-AEC8-F899-3A33853AD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BEA58-26D8-4812-AFA6-0AEEB5D13D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03920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084F20-8CDA-766A-5BD9-AFE2D7F98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F7281C-3864-4311-C3E5-A4164F4330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38AE92-DE80-B4F9-B9F8-F9F7E5D773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15D993-DB08-42DA-BF67-240A53BFA871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02510-50B6-3E17-16DF-C8624F16E7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7CACA9-18AE-184C-9342-9E6A335972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7BEA58-26D8-4812-AFA6-0AEEB5D13D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5886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18DCEC6-5E6F-D9FC-BB39-449D41AE3D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1151"/>
          <a:stretch>
            <a:fillRect/>
          </a:stretch>
        </p:blipFill>
        <p:spPr>
          <a:xfrm>
            <a:off x="2734020" y="2071720"/>
            <a:ext cx="2009208" cy="229057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FBC6F87-7CF4-39D9-F9E2-14E249CBE0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072"/>
          <a:stretch>
            <a:fillRect/>
          </a:stretch>
        </p:blipFill>
        <p:spPr>
          <a:xfrm>
            <a:off x="7826126" y="1993377"/>
            <a:ext cx="3198705" cy="2290579"/>
          </a:xfrm>
          <a:prstGeom prst="rect">
            <a:avLst/>
          </a:prstGeom>
        </p:spPr>
      </p:pic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F4BFFD32-25D5-B05F-0C88-09C745850175}"/>
              </a:ext>
            </a:extLst>
          </p:cNvPr>
          <p:cNvSpPr/>
          <p:nvPr/>
        </p:nvSpPr>
        <p:spPr>
          <a:xfrm rot="16200000">
            <a:off x="5920321" y="576295"/>
            <a:ext cx="546409" cy="4175016"/>
          </a:xfrm>
          <a:prstGeom prst="triangle">
            <a:avLst/>
          </a:prstGeom>
          <a:solidFill>
            <a:srgbClr val="F9F2B3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84E63E44-7562-0502-3FD2-845D7DD0A96D}"/>
              </a:ext>
            </a:extLst>
          </p:cNvPr>
          <p:cNvSpPr/>
          <p:nvPr/>
        </p:nvSpPr>
        <p:spPr>
          <a:xfrm rot="5400000">
            <a:off x="5985713" y="401361"/>
            <a:ext cx="546410" cy="4044233"/>
          </a:xfrm>
          <a:prstGeom prst="triangle">
            <a:avLst/>
          </a:prstGeom>
          <a:solidFill>
            <a:srgbClr val="F9F2B3">
              <a:alpha val="7882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6">
            <a:extLst>
              <a:ext uri="{FF2B5EF4-FFF2-40B4-BE49-F238E27FC236}">
                <a16:creationId xmlns:a16="http://schemas.microsoft.com/office/drawing/2014/main" id="{72D147C7-9398-4BFD-6767-D2D4F037060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342"/>
          <a:stretch/>
        </p:blipFill>
        <p:spPr bwMode="auto">
          <a:xfrm>
            <a:off x="3665857" y="4283956"/>
            <a:ext cx="6534019" cy="1890297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895033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EEA8465-3896-47F7-0BB3-98DFE1DF54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9978" y="526917"/>
            <a:ext cx="4862808" cy="36471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AF12C59-FE36-5B34-0792-D054D7E1C92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720" r="9726"/>
          <a:stretch>
            <a:fillRect/>
          </a:stretch>
        </p:blipFill>
        <p:spPr>
          <a:xfrm>
            <a:off x="2169922" y="733881"/>
            <a:ext cx="4804153" cy="338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570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7">
            <a:extLst>
              <a:ext uri="{FF2B5EF4-FFF2-40B4-BE49-F238E27FC236}">
                <a16:creationId xmlns:a16="http://schemas.microsoft.com/office/drawing/2014/main" id="{5E0D5023-11FE-1ED4-88DD-1388A36D806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2490" y="2469561"/>
            <a:ext cx="2646525" cy="526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图片 13">
            <a:extLst>
              <a:ext uri="{FF2B5EF4-FFF2-40B4-BE49-F238E27FC236}">
                <a16:creationId xmlns:a16="http://schemas.microsoft.com/office/drawing/2014/main" id="{FFD95F3C-0E01-C2D9-4531-8751E16D32B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6685" y="4921105"/>
            <a:ext cx="2858135" cy="936625"/>
          </a:xfrm>
          <a:prstGeom prst="rect">
            <a:avLst/>
          </a:prstGeom>
          <a:noFill/>
        </p:spPr>
      </p:pic>
      <p:pic>
        <p:nvPicPr>
          <p:cNvPr id="8" name="图片 9">
            <a:extLst>
              <a:ext uri="{FF2B5EF4-FFF2-40B4-BE49-F238E27FC236}">
                <a16:creationId xmlns:a16="http://schemas.microsoft.com/office/drawing/2014/main" id="{6F2412B3-5976-961D-69D6-A4565F2457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4737" y="3278063"/>
            <a:ext cx="2142031" cy="1574983"/>
          </a:xfrm>
          <a:prstGeom prst="rect">
            <a:avLst/>
          </a:prstGeom>
        </p:spPr>
      </p:pic>
      <p:pic>
        <p:nvPicPr>
          <p:cNvPr id="9" name="图片 10">
            <a:extLst>
              <a:ext uri="{FF2B5EF4-FFF2-40B4-BE49-F238E27FC236}">
                <a16:creationId xmlns:a16="http://schemas.microsoft.com/office/drawing/2014/main" id="{F12F4DCD-F955-13AF-D4D1-36E37C9C17D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934" b="21239"/>
          <a:stretch>
            <a:fillRect/>
          </a:stretch>
        </p:blipFill>
        <p:spPr bwMode="auto">
          <a:xfrm>
            <a:off x="6910656" y="1380596"/>
            <a:ext cx="2900045" cy="10077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图片 12">
            <a:extLst>
              <a:ext uri="{FF2B5EF4-FFF2-40B4-BE49-F238E27FC236}">
                <a16:creationId xmlns:a16="http://schemas.microsoft.com/office/drawing/2014/main" id="{8D453608-165E-68F4-C9E3-A73B85201B8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3289" y="2533786"/>
            <a:ext cx="2974779" cy="339755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4374568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5">
            <a:extLst>
              <a:ext uri="{FF2B5EF4-FFF2-40B4-BE49-F238E27FC236}">
                <a16:creationId xmlns:a16="http://schemas.microsoft.com/office/drawing/2014/main" id="{518EBAEB-A5B2-C349-3559-9163035C3C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521" y="465471"/>
            <a:ext cx="1799590" cy="1079500"/>
          </a:xfrm>
          <a:prstGeom prst="rect">
            <a:avLst/>
          </a:prstGeom>
        </p:spPr>
      </p:pic>
      <p:pic>
        <p:nvPicPr>
          <p:cNvPr id="7" name="图片 16">
            <a:extLst>
              <a:ext uri="{FF2B5EF4-FFF2-40B4-BE49-F238E27FC236}">
                <a16:creationId xmlns:a16="http://schemas.microsoft.com/office/drawing/2014/main" id="{37CFBF37-ABD9-EB09-50B0-99FB74A2BA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0186" y="465471"/>
            <a:ext cx="1799590" cy="1079500"/>
          </a:xfrm>
          <a:prstGeom prst="rect">
            <a:avLst/>
          </a:prstGeom>
        </p:spPr>
      </p:pic>
      <p:pic>
        <p:nvPicPr>
          <p:cNvPr id="8" name="图片 17">
            <a:extLst>
              <a:ext uri="{FF2B5EF4-FFF2-40B4-BE49-F238E27FC236}">
                <a16:creationId xmlns:a16="http://schemas.microsoft.com/office/drawing/2014/main" id="{FF44DF3B-9D29-C708-7685-D27D5E8318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4353" y="465471"/>
            <a:ext cx="1799590" cy="1079500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D7B02C8-CB09-D1D5-B7F5-EBCA4A727E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8035466"/>
              </p:ext>
            </p:extLst>
          </p:nvPr>
        </p:nvGraphicFramePr>
        <p:xfrm>
          <a:off x="521877" y="1617163"/>
          <a:ext cx="5638058" cy="428625"/>
        </p:xfrm>
        <a:graphic>
          <a:graphicData uri="http://schemas.openxmlformats.org/drawingml/2006/table">
            <a:tbl>
              <a:tblPr firstRow="1" firstCol="1" bandRow="1">
                <a:tableStyleId>{9D7B26C5-4107-4FEC-AEDC-1716B250A1EF}</a:tableStyleId>
              </a:tblPr>
              <a:tblGrid>
                <a:gridCol w="1333330">
                  <a:extLst>
                    <a:ext uri="{9D8B030D-6E8A-4147-A177-3AD203B41FA5}">
                      <a16:colId xmlns:a16="http://schemas.microsoft.com/office/drawing/2014/main" val="2058184508"/>
                    </a:ext>
                  </a:extLst>
                </a:gridCol>
                <a:gridCol w="1332394">
                  <a:extLst>
                    <a:ext uri="{9D8B030D-6E8A-4147-A177-3AD203B41FA5}">
                      <a16:colId xmlns:a16="http://schemas.microsoft.com/office/drawing/2014/main" val="611092813"/>
                    </a:ext>
                  </a:extLst>
                </a:gridCol>
                <a:gridCol w="1199249">
                  <a:extLst>
                    <a:ext uri="{9D8B030D-6E8A-4147-A177-3AD203B41FA5}">
                      <a16:colId xmlns:a16="http://schemas.microsoft.com/office/drawing/2014/main" val="1163310106"/>
                    </a:ext>
                  </a:extLst>
                </a:gridCol>
                <a:gridCol w="1773085">
                  <a:extLst>
                    <a:ext uri="{9D8B030D-6E8A-4147-A177-3AD203B41FA5}">
                      <a16:colId xmlns:a16="http://schemas.microsoft.com/office/drawing/2014/main" val="65690608"/>
                    </a:ext>
                  </a:extLst>
                </a:gridCol>
              </a:tblGrid>
              <a:tr h="142875">
                <a:tc>
                  <a:txBody>
                    <a:bodyPr/>
                    <a:lstStyle/>
                    <a:p>
                      <a:pPr indent="191135" algn="ctr" hangingPunct="0">
                        <a:spcBef>
                          <a:spcPts val="12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zh-CN" sz="750" kern="100">
                          <a:effectLst/>
                        </a:rPr>
                        <a:t>种类</a:t>
                      </a:r>
                      <a:endParaRPr lang="zh-CN" sz="1400" kern="100">
                        <a:effectLst/>
                        <a:latin typeface="DejaVu Sans"/>
                        <a:ea typeface="DejaVu San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91135" algn="ctr" hangingPunct="0">
                        <a:spcBef>
                          <a:spcPts val="12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zh-CN" sz="750" kern="100">
                          <a:effectLst/>
                        </a:rPr>
                        <a:t>面积</a:t>
                      </a:r>
                      <a:endParaRPr lang="zh-CN" sz="1400" kern="100">
                        <a:effectLst/>
                        <a:latin typeface="DejaVu Sans"/>
                        <a:ea typeface="DejaVu San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91135" algn="ctr" hangingPunct="0">
                        <a:spcBef>
                          <a:spcPts val="12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zh-CN" sz="750" kern="100">
                          <a:effectLst/>
                        </a:rPr>
                        <a:t>能耗</a:t>
                      </a:r>
                      <a:endParaRPr lang="zh-CN" sz="1400" kern="100">
                        <a:effectLst/>
                        <a:latin typeface="DejaVu Sans"/>
                        <a:ea typeface="DejaVu San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91135" algn="ctr" hangingPunct="0">
                        <a:spcBef>
                          <a:spcPts val="12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zh-CN" sz="750" kern="100">
                          <a:effectLst/>
                        </a:rPr>
                        <a:t>最大上行距离</a:t>
                      </a:r>
                      <a:endParaRPr lang="zh-CN" sz="1400" kern="100">
                        <a:effectLst/>
                        <a:latin typeface="DejaVu Sans"/>
                        <a:ea typeface="DejaVu San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559598945"/>
                  </a:ext>
                </a:extLst>
              </a:tr>
              <a:tr h="142875">
                <a:tc>
                  <a:txBody>
                    <a:bodyPr/>
                    <a:lstStyle/>
                    <a:p>
                      <a:pPr indent="190500" algn="ctr" hangingPunct="0">
                        <a:spcBef>
                          <a:spcPts val="12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zh-CN" sz="750" kern="100">
                          <a:effectLst/>
                        </a:rPr>
                        <a:t>小刚性光标签</a:t>
                      </a:r>
                      <a:endParaRPr lang="zh-CN" sz="1400" kern="100">
                        <a:effectLst/>
                        <a:latin typeface="DejaVu Sans"/>
                        <a:ea typeface="DejaVu San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90500" algn="ctr" hangingPunct="0">
                        <a:spcBef>
                          <a:spcPts val="12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750" kern="100">
                          <a:effectLst/>
                        </a:rPr>
                        <a:t>38.00 cm</a:t>
                      </a:r>
                      <a:r>
                        <a:rPr lang="en-US" sz="750" kern="100" baseline="30000">
                          <a:effectLst/>
                        </a:rPr>
                        <a:t>2</a:t>
                      </a:r>
                      <a:endParaRPr lang="zh-CN" sz="1400" kern="100">
                        <a:effectLst/>
                        <a:latin typeface="DejaVu Sans"/>
                        <a:ea typeface="DejaVu San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90500" algn="ctr" hangingPunct="0">
                        <a:spcBef>
                          <a:spcPts val="12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750" kern="100">
                          <a:effectLst/>
                        </a:rPr>
                        <a:t>2.82 mW</a:t>
                      </a:r>
                      <a:endParaRPr lang="zh-CN" sz="1400" kern="100">
                        <a:effectLst/>
                        <a:latin typeface="DejaVu Sans"/>
                        <a:ea typeface="DejaVu San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90500" algn="ctr" hangingPunct="0">
                        <a:spcBef>
                          <a:spcPts val="12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750" kern="100" dirty="0">
                          <a:effectLst/>
                        </a:rPr>
                        <a:t>140.00 cm</a:t>
                      </a:r>
                      <a:endParaRPr lang="zh-CN" sz="1400" kern="100" dirty="0">
                        <a:effectLst/>
                        <a:latin typeface="DejaVu Sans"/>
                        <a:ea typeface="DejaVu San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410154211"/>
                  </a:ext>
                </a:extLst>
              </a:tr>
              <a:tr h="142875">
                <a:tc>
                  <a:txBody>
                    <a:bodyPr/>
                    <a:lstStyle/>
                    <a:p>
                      <a:pPr indent="190500" algn="ctr" hangingPunct="0">
                        <a:spcBef>
                          <a:spcPts val="12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zh-CN" sz="750" kern="100">
                          <a:effectLst/>
                        </a:rPr>
                        <a:t>大刚性光标签</a:t>
                      </a:r>
                      <a:endParaRPr lang="zh-CN" sz="1400" kern="100">
                        <a:effectLst/>
                        <a:latin typeface="DejaVu Sans"/>
                        <a:ea typeface="DejaVu San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90500" algn="ctr" hangingPunct="0">
                        <a:spcBef>
                          <a:spcPts val="12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750" kern="100">
                          <a:effectLst/>
                        </a:rPr>
                        <a:t>163.84 cm</a:t>
                      </a:r>
                      <a:r>
                        <a:rPr lang="en-US" sz="750" kern="100" baseline="30000">
                          <a:effectLst/>
                        </a:rPr>
                        <a:t>2</a:t>
                      </a:r>
                      <a:endParaRPr lang="zh-CN" sz="1400" kern="100">
                        <a:effectLst/>
                        <a:latin typeface="DejaVu Sans"/>
                        <a:ea typeface="DejaVu San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90500" algn="ctr" hangingPunct="0">
                        <a:spcBef>
                          <a:spcPts val="12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750" kern="100">
                          <a:effectLst/>
                        </a:rPr>
                        <a:t>12.17 mW</a:t>
                      </a:r>
                      <a:endParaRPr lang="zh-CN" sz="1400" kern="100">
                        <a:effectLst/>
                        <a:latin typeface="DejaVu Sans"/>
                        <a:ea typeface="DejaVu San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90500" algn="ctr" hangingPunct="0">
                        <a:spcBef>
                          <a:spcPts val="12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750" kern="100" dirty="0">
                          <a:effectLst/>
                        </a:rPr>
                        <a:t>275.00 cm</a:t>
                      </a:r>
                      <a:endParaRPr lang="zh-CN" sz="1400" kern="100" dirty="0">
                        <a:effectLst/>
                        <a:latin typeface="DejaVu Sans"/>
                        <a:ea typeface="DejaVu San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320625994"/>
                  </a:ext>
                </a:extLst>
              </a:tr>
            </a:tbl>
          </a:graphicData>
        </a:graphic>
      </p:graphicFrame>
      <p:pic>
        <p:nvPicPr>
          <p:cNvPr id="4" name="图片 51">
            <a:extLst>
              <a:ext uri="{FF2B5EF4-FFF2-40B4-BE49-F238E27FC236}">
                <a16:creationId xmlns:a16="http://schemas.microsoft.com/office/drawing/2014/main" id="{84958ED2-7083-07F6-FA92-B1A0AB7A76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7016" y="2460146"/>
            <a:ext cx="2159635" cy="1295400"/>
          </a:xfrm>
          <a:prstGeom prst="rect">
            <a:avLst/>
          </a:prstGeom>
        </p:spPr>
      </p:pic>
      <p:pic>
        <p:nvPicPr>
          <p:cNvPr id="5" name="图片 53">
            <a:extLst>
              <a:ext uri="{FF2B5EF4-FFF2-40B4-BE49-F238E27FC236}">
                <a16:creationId xmlns:a16="http://schemas.microsoft.com/office/drawing/2014/main" id="{89050E0F-8F32-2EE8-7C20-1A327C209B1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4438"/>
          <a:stretch>
            <a:fillRect/>
          </a:stretch>
        </p:blipFill>
        <p:spPr>
          <a:xfrm>
            <a:off x="3394430" y="3691431"/>
            <a:ext cx="4076887" cy="2533150"/>
          </a:xfrm>
          <a:prstGeom prst="rect">
            <a:avLst/>
          </a:prstGeom>
        </p:spPr>
      </p:pic>
      <p:pic>
        <p:nvPicPr>
          <p:cNvPr id="3" name="图片 52">
            <a:extLst>
              <a:ext uri="{FF2B5EF4-FFF2-40B4-BE49-F238E27FC236}">
                <a16:creationId xmlns:a16="http://schemas.microsoft.com/office/drawing/2014/main" id="{E7DCF0A4-6930-717D-647D-205700BB403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40906" y="2460146"/>
            <a:ext cx="2159635" cy="129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5945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ACAF26C-7B37-A735-5A6A-36A4AD4CEC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0523" y="315406"/>
            <a:ext cx="5645421" cy="32940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7166046-C766-9987-C6E4-4C4B7836B7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0524" y="3734429"/>
            <a:ext cx="5645421" cy="3028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6157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28DA174-EF05-940E-C18E-C451EA3CA7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7166" y="102895"/>
            <a:ext cx="4741112" cy="17253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AAEAC92-3094-380F-A2C4-02EA0804B6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0133" y="1935637"/>
            <a:ext cx="3775447" cy="118378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62C1737-D7E7-0DB2-3E2E-080086572B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7345" y="2315126"/>
            <a:ext cx="1700933" cy="56299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F624412-9CA5-B034-6B0E-A77BCD085D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7165" y="3075812"/>
            <a:ext cx="4741111" cy="351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75510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36</Words>
  <Application>Microsoft Office PowerPoint</Application>
  <PresentationFormat>Widescreen</PresentationFormat>
  <Paragraphs>12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DejaVu Sans</vt:lpstr>
      <vt:lpstr>等线</vt:lpstr>
      <vt:lpstr>等线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Jingyu Li</dc:creator>
  <cp:lastModifiedBy>Jingyu Li</cp:lastModifiedBy>
  <cp:revision>14</cp:revision>
  <dcterms:created xsi:type="dcterms:W3CDTF">2026-09-20T14:36:44Z</dcterms:created>
  <dcterms:modified xsi:type="dcterms:W3CDTF">2026-09-27T16:17:20Z</dcterms:modified>
</cp:coreProperties>
</file>