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2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BE871-FCFF-BF2E-DD1C-37DFB4DC0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37A6CB-490F-C006-B032-96686C1745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7E7E8-300D-7B7B-7516-8994EF132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31BC24-BDEB-3BA0-3B6F-FCA597122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7088FA-5B14-6581-E002-0E13B2C05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58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4F253-E0CB-C3E6-9C6A-479DAFE38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EB0E7-C494-C976-9234-4CBBDFAA87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AA08D-46CC-FBE8-A755-48EE0D08C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23720-6BB3-274E-D838-936252C80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1E0A1-E410-81B7-243F-24C3C4AE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8809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9F3B4-9EE8-4769-3246-DA81CB65E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8FD1AB-233E-1368-6F72-0A7263736C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02852-D5F1-513B-0C82-6F70308DB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78FC80-EA2E-829B-B391-AB0560ED1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6EE1C-9462-BBE0-22B2-5E0EBE6B8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599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2A813-2126-9487-2EF1-3C1794D2B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A2F08-D616-E91C-4278-F1A7712605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D40DDE-1731-1A95-41F1-7C87CE0173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680408-B5C4-E085-B9DC-15D2DBF63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F4D3B-1DE3-F8A2-6723-2A61B125A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24C33-0AD4-73F0-A476-34B1C13E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239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0E857-E7E1-A4DA-9474-45BBFEB0D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A6CC73-8F4C-B3DA-D667-71E209717A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E38E26-29B3-318D-7C69-9B91F73F48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904D70-1B62-CB6D-872C-32A899D6F2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28A129-D0B7-3C27-3ED0-04C4F6E9F3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5D472A-C6BE-F53B-4D52-E088202E8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67744F-4500-87C9-CF1B-D3C52441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F2126A-3C4F-F039-F4DA-5819880B8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1097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8B4AF-94DB-90BC-70BC-2DAB87237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8D496C-0F39-DF03-2664-A7CA02E01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A58F28-3FDA-136E-F172-5E6267599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1458D1-4B6F-D850-008C-2607C896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2231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2C348B-44D9-38D5-7155-A5AA62ED2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2E6CFC-3487-736A-DD3A-AFD222DFF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04723-EBC7-8749-B87C-0DA02CBF2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782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A8ECB-FE23-3A73-CFA5-2AFD8C94E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44414-22BD-217B-5DF9-2D029290B1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CF0804-2D3A-73DB-4A03-12F8086E70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3782A4-269B-7865-822F-813B1ECD9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250876-0D8C-3297-5E01-F9CFC63C0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94A2C3-66BE-BAB3-9E96-102A64EC0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7274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DA982-645D-1EF9-7614-A9BDE1351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D5F47A-E5E0-7C71-275A-09A5797BF5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89277D-8801-B235-131A-767A3B23F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F07A6-21DE-2D7A-6C9C-4DE753B9B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EE70A9-687D-238C-6579-DA918D955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1F9F-2F7A-DFEC-31CE-99A2AD856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8420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2E99B-597F-B2B9-F0CE-599324236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19BBF0-B8CE-F6E2-09BF-209B7ECDE0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80A70-D692-EF34-BAB5-8EFAD12BC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CDC8DD-6115-68E1-F6ED-6F5AFC855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9272B-FE9E-483D-FBCF-5F6F1DAD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5381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093CF0-1262-72B8-823A-D72F46E274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FC1ABF-4160-881A-01BD-684A2FC007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4D710-816E-74FE-D9CB-4EA36CFCC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6418-57F3-D934-A66F-77CDE2C16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D6BD3-A77B-AEC8-F899-3A33853AD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0392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084F20-8CDA-766A-5BD9-AFE2D7F98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7281C-3864-4311-C3E5-A4164F433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38AE92-DE80-B4F9-B9F8-F9F7E5D773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15D993-DB08-42DA-BF67-240A53BFA871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02510-50B6-3E17-16DF-C8624F16E7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7CACA9-18AE-184C-9342-9E6A33597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5886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18DCEC6-5E6F-D9FC-BB39-449D41AE3D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151"/>
          <a:stretch>
            <a:fillRect/>
          </a:stretch>
        </p:blipFill>
        <p:spPr>
          <a:xfrm>
            <a:off x="2734020" y="2071720"/>
            <a:ext cx="2009208" cy="2290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8AF4B2-5991-9ED3-ACF2-F986C29169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3745" y="4440642"/>
            <a:ext cx="6563834" cy="10504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408A43-BBA1-CB39-450D-AD67B726C61D}"/>
              </a:ext>
            </a:extLst>
          </p:cNvPr>
          <p:cNvSpPr txBox="1"/>
          <p:nvPr/>
        </p:nvSpPr>
        <p:spPr>
          <a:xfrm>
            <a:off x="3866065" y="553851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读取器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733B0-537B-F78A-0748-3E6CE5E95A07}"/>
              </a:ext>
            </a:extLst>
          </p:cNvPr>
          <p:cNvSpPr txBox="1"/>
          <p:nvPr/>
        </p:nvSpPr>
        <p:spPr>
          <a:xfrm>
            <a:off x="8370516" y="553851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光标签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FBC6F87-7CF4-39D9-F9E2-14E249CBE0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72"/>
          <a:stretch>
            <a:fillRect/>
          </a:stretch>
        </p:blipFill>
        <p:spPr>
          <a:xfrm>
            <a:off x="7826126" y="1993377"/>
            <a:ext cx="3198705" cy="2290579"/>
          </a:xfrm>
          <a:prstGeom prst="rect">
            <a:avLst/>
          </a:prstGeom>
        </p:spPr>
      </p:pic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F4BFFD32-25D5-B05F-0C88-09C745850175}"/>
              </a:ext>
            </a:extLst>
          </p:cNvPr>
          <p:cNvSpPr/>
          <p:nvPr/>
        </p:nvSpPr>
        <p:spPr>
          <a:xfrm rot="16200000">
            <a:off x="5920321" y="576295"/>
            <a:ext cx="546409" cy="4175016"/>
          </a:xfrm>
          <a:prstGeom prst="triangle">
            <a:avLst/>
          </a:prstGeom>
          <a:solidFill>
            <a:srgbClr val="F9F2B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84E63E44-7562-0502-3FD2-845D7DD0A96D}"/>
              </a:ext>
            </a:extLst>
          </p:cNvPr>
          <p:cNvSpPr/>
          <p:nvPr/>
        </p:nvSpPr>
        <p:spPr>
          <a:xfrm rot="5400000">
            <a:off x="5985713" y="401361"/>
            <a:ext cx="546410" cy="4044233"/>
          </a:xfrm>
          <a:prstGeom prst="triangle">
            <a:avLst/>
          </a:prstGeom>
          <a:solidFill>
            <a:srgbClr val="F9F2B3">
              <a:alpha val="7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3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EA8465-3896-47F7-0BB3-98DFE1DF54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978" y="526917"/>
            <a:ext cx="4862808" cy="3647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F12C59-FE36-5B34-0792-D054D7E1C9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20" r="9726"/>
          <a:stretch>
            <a:fillRect/>
          </a:stretch>
        </p:blipFill>
        <p:spPr>
          <a:xfrm>
            <a:off x="2169922" y="733881"/>
            <a:ext cx="4804153" cy="338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570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Jingyu Li</dc:creator>
  <cp:lastModifiedBy>Jingyu Li</cp:lastModifiedBy>
  <cp:revision>8</cp:revision>
  <dcterms:created xsi:type="dcterms:W3CDTF">2026-09-20T14:36:44Z</dcterms:created>
  <dcterms:modified xsi:type="dcterms:W3CDTF">2026-09-21T05:43:58Z</dcterms:modified>
</cp:coreProperties>
</file>